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/>
            </a:pPr>
            <a:r>
              <a:t>【PPT模板】办公PPT模板 — 专业数字资料包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Style: professional | AI Factory OS Content Factory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目录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1. 背景介绍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14884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2. 核心框架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65176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3. 案例示范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15468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4. 总结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背景介绍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• 关键词：办公PPT模板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• 用户需要高质量 PPT模板 解决「办公PPT模板」场景，自行制作耗时且质量不稳定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377440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• 市场机会概述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核心框架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• 模块一：基础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• 模块二：进阶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377440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• 模块三：实战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案例示范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• 场景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• 场景 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377440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• 最佳实践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总结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• 核心要点回顾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• 行动建议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377440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• 延伸资源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/>
            </a:pPr>
            <a:r>
              <a:t>谢谢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